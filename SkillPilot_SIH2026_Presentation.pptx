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r>
              <a:rPr sz="2000" b="1">
                <a:solidFill>
                  <a:srgbClr val="FFFFFF"/>
                </a:solidFill>
              </a:rPr>
              <a:t>SkillPilot AI — Skill Intelligence Platform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/>
              <a:t>Problem Statement ID: 1669</a:t>
            </a:r>
            <a:endParaRPr lang="en-US" dirty="0"/>
          </a:p>
          <a:p>
            <a:r>
              <a:rPr sz="1000" b="0"/>
              <a:t/>
            </a:r>
            <a:endParaRPr lang="en-US" dirty="0"/>
          </a:p>
          <a:p>
            <a:r>
              <a:rPr sz="1100" b="1"/>
              <a:t>Problem Statement Title:</a:t>
            </a:r>
            <a:endParaRPr lang="en-US" dirty="0"/>
          </a:p>
          <a:p>
            <a:r>
              <a:rPr sz="1000" b="0"/>
              <a:t>    Develop an AI enabled learning platform that identifies competency</a:t>
            </a:r>
            <a:endParaRPr lang="en-US" dirty="0"/>
          </a:p>
          <a:p>
            <a:r>
              <a:rPr sz="1000" b="0"/>
              <a:t>    gaps, recommends personalized training through integration with the</a:t>
            </a:r>
            <a:endParaRPr lang="en-US" dirty="0"/>
          </a:p>
          <a:p>
            <a:r>
              <a:rPr sz="1000" b="0"/>
              <a:t>    iGOT Karmayogi ecosystem, and capable of generating Quizzes and</a:t>
            </a:r>
            <a:endParaRPr lang="en-US" dirty="0"/>
          </a:p>
          <a:p>
            <a:r>
              <a:rPr sz="1000" b="0"/>
              <a:t>    MCQs from uploaded learning materials to strengthen capacity</a:t>
            </a:r>
            <a:endParaRPr lang="en-US" dirty="0"/>
          </a:p>
          <a:p>
            <a:r>
              <a:rPr sz="1000" b="0"/>
              <a:t>    building in India's Official Statistical System.</a:t>
            </a:r>
            <a:endParaRPr lang="en-US" dirty="0"/>
          </a:p>
          <a:p>
            <a:r>
              <a:rPr sz="1000" b="0"/>
              <a:t/>
            </a:r>
            <a:endParaRPr lang="en-US" dirty="0"/>
          </a:p>
          <a:p>
            <a:r>
              <a:rPr sz="1100" b="1"/>
              <a:t>Theme: Smart Education</a:t>
            </a:r>
            <a:endParaRPr lang="en-US" dirty="0"/>
          </a:p>
          <a:p>
            <a:r>
              <a:rPr sz="1100" b="1"/>
              <a:t>PS Category: Software</a:t>
            </a:r>
            <a:endParaRPr lang="en-US" dirty="0"/>
          </a:p>
          <a:p>
            <a:r>
              <a:rPr sz="1100" b="0">
                <a:solidFill>
                  <a:srgbClr val="C80000"/>
                </a:solidFill>
              </a:rPr>
              <a:t>Team ID: [Enter Your Team ID]</a:t>
            </a:r>
            <a:endParaRPr lang="en-US" dirty="0"/>
          </a:p>
          <a:p>
            <a:r>
              <a:rPr sz="1100" b="0">
                <a:solidFill>
                  <a:srgbClr val="C80000"/>
                </a:solidFill>
              </a:rPr>
              <a:t>Team Name: [Enter Your Team Name]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1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SkillPilot AI — Intelligent Skill Intelligence &amp; Learning Platform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100" b="1" u="sng" dirty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THE PROBLEM: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000" b="0" u="sng" dirty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  Government officials in MoSPI don't have a smart system to find out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000" b="0" u="sng" dirty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  which skills they are missing and which training courses will help them.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000" b="0" u="sng" dirty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  Current training is the same for everyone — not personalized.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900" b="0" u="sng" dirty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/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100" b="1" u="sng" dirty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OUR SOLUTION — SkillPilot AI: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900" b="0" u="sng" dirty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/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000" b="1" u="sng" dirty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  1. Smart Skill Assessment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000" b="0" u="sng" dirty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     Every official fills their profile (job role, experience, department).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000" b="0" u="sng" dirty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     Our AI checks which skills they have and which skills they are missing.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900" b="0" u="sng" dirty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/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000" b="1" u="sng" dirty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  2. Personalized Course Recommendations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000" b="0" u="sng" dirty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     Based on missing skills, the system suggests the best iGOT Karmayogi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000" b="0" u="sng" dirty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     and NSSTA TPAC courses — specially for that person's job role.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900" b="0" u="sng" dirty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/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000" b="1" u="sng" dirty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  3. Auto Quiz/MCQ Generator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000" b="0" u="sng" dirty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     Upload any training PDF, Word file, or PPT — our AI reads it and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000" b="0" u="sng" dirty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     creates quiz questions automatically in less than 30 seconds.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900" b="0" u="sng" dirty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/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000" b="1" u="sng" dirty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  4. AI Learning Assistant (Chatbot)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000" b="0" u="sng" dirty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     An AI chatbot answers questions about statistics, courses, and skills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000" b="0" u="sng" dirty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     anytime the official needs help.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900" b="0" u="sng" dirty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/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000" b="1" u="sng" dirty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  5. Certificates &amp; Progress Tracking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000" b="0" u="sng" dirty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     After passing a quiz, officials get a verified certificate. Their skill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000" b="0" u="sng" dirty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     level goes up automatically. Progress is tracked in real-time.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000" b="1"/>
              <a:t>Team SkillPilot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100" dirty="0" b="1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WHAT TECHNOLOGIES DID WE USE?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80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/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000" dirty="0" b="1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Website (Frontend):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00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 React.js + Vite  |  Charts: Recharts  |  Icons: Lucide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80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/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000" dirty="0" b="1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Server (Backend):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00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 Python + FastAPI  |  Database: SQLite (upgradable to PostgreSQL)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80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/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000" dirty="0" b="1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Artificial Intelligence: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00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 Google Gemini 2.0  |  Groq LLaMA 3.3  |  Custom NLP (offline backup)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80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/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000" dirty="0" b="1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File Reading: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00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 PDF, Word (.docx), PowerPoint (.pptx), Text files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80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/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000" dirty="0" b="1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Security: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00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 Login with JWT tokens  |  Passwords safely encrypted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80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/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100" dirty="0" b="1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HOW DOES IT WORK? (Step by Step)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80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/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00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  Step 1: Official registers and fills their profile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00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          (name, job role, department, years of experience)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00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  Step 2: AI analyzes profile and finds missing skills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00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  Step 3: System recommends best iGOT / NSSTA courses for that person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00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  Step 4: Official uploads a training PDF or PPT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00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          AI generates quiz questions from it in under 30 seconds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00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  Step 5: Official takes the quiz and gets instant results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00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          If passed, their skill level goes up automatically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00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  Step 6: Certificate is generated and sent to iGOT Passport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00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  Step 7: Admin sees real-time reports of all officials' progress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000" b="1"/>
              <a:t>Team SkillPilot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dirty="0" b="1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IS OUR IDEA ACTUALLY DOABLE?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/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dirty="0" b="1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YES — Our working prototype already has: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     Login &amp; Registration system (working)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     AI skill gap analysis (working)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     MCQ generator from PDF/PPT using Gemini AI (working)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     Quiz with auto scoring and certificate generation (working)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     Admin dashboard with real-time data (working)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/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dirty="0" b="1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CAN IT HANDLE LARGE SCALE?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/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     Database can be upgraded to handle millions of users easily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     Can be deployed on government NIC MeghRaj cloud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     System works even without internet (offline AI backup)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/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dirty="0" b="1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POSSIBLE CHALLENGES &amp; HOW WE SOLVED THEM: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/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dirty="0" b="1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  Challenge 1: iGOT official API access not yet available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     Solution: We built a working demo version. Once MoSPI provides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     official credentials, real connection can be enabled in minutes.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/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dirty="0" b="1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  Challenge 2: AI may stop working if internet is slow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     Solution: We have 3 backups: Gemini AI -&gt; Groq AI -&gt; Offline NLP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     So the system NEVER stops working completely.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/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dirty="0" b="1">
                <a:solidFill>
                  <a:srgbClr val="640096"/>
                </a:solidFill>
                <a:latin typeface="Arial" pitchFamily="34" charset="0"/>
                <a:cs typeface="Arial" pitchFamily="34" charset="0"/>
              </a:rPr>
              <a:t>COST: Very low — free AI tiers for prototype, ~Rs.2000-5000/month for full deployment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000" b="1"/>
              <a:t>Team SkillPilot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E1E96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WHO WILL BENEFIT FROM THIS?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E1E96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/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E1E96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      50,000+ government officials of MoSPI across India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E1E96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      (NSO, SDRD, FOD, DIID, NAD offices and Regional Training Institutes)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E1E96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/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E1E96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DIRECT BENEFITS TO OFFICIALS: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E1E96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/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E1E96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      60% faster — AI finds skill gaps automatically (no manual process)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E1E96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      Personalized courses — no more irrelevant training for everyone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E1E96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      Quiz questions created from any PDF in under 30 seconds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E1E96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      Every quiz pass upgrades their skill level automatically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E1E96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      Verified digital certificates saved to iGOT Karmayogi Passport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E1E96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/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E1E96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BENEFITS TO TRAINERS &amp; ADMIN: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E1E96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/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E1E96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      80% time saved in creating exam papers from training materials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E1E96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      Real-time dashboard to track every official's learning progress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E1E96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      Organization-wide skill gap reports available anytime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E1E96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/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E1E96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NATIONAL IMPACT: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E1E96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/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E1E96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      Better trained officials = Better quality government data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E1E96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      (Better GDP, CPI, PLFS, SDG monitoring statistics for India)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E1E96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      Supports Digital India, Mission Karmayogi, and SDG 2030 goals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000" b="1"/>
              <a:t>Team SkillPilot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noProof="0" dirty="0" b="1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GOVERNMENT FRAMEWORKS &amp; POLICIES: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noProof="0" dirty="0" b="1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GOVERNMENT POLICIES &amp; FRAMEWORKS: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 noProof="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/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noProof="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iGOT Karmayogi Bharat Platform   — igotkarmayogi.gov.in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noProof="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Mission Karmayogi (2020)          — Civil Services Capacity Building, GoI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noProof="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MoSPI Official Portal             — mospi.gov.in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noProof="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NSSTA TPAC Training Calendar      — nssta.gov.in (2026-27)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noProof="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FRAC Framework                    — Roles, Activities &amp; Competencies, Karmayogi Bharat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noProof="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DPDP Act 2023                     — Digital Personal Data Protection, MeitY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noProof="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National Data Quality Framework   — MoSPI, India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noProof="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UN SNA 2008                       — System of National Accounts, UNSD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noProof="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National Indicator Framework      — SDG India Index, MoSPI SSD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 noProof="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/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noProof="0" dirty="0" b="1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TECHNOLOGIES &amp; TOOLS USED: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 noProof="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/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noProof="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Google Gemini 2.0 Flash AI        — ai.google.dev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noProof="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Groq Cloud (LLaMA 3.3 70B)        — groq.com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noProof="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FastAPI (Python Backend)          — fastapi.tiangolo.com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noProof="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React 18 + Vite (Frontend)        — vitejs.dev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noProof="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SCORM 1.2 Standard                — ADL Initiative, US Department of Defense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noProof="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PyMuPDF, python-docx, python-pptx — File parsing libraries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noProof="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Project Repository                — github.com/abhi63kum92/Skill-pilot-PROJECT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 noProof="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/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noProof="0" dirty="0" b="1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RESEARCH REFERENCES: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 noProof="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/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noProof="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'Adaptive Learning Systems Using LLMs'         — IEEE Education Society, 2024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noProof="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'Competency-Based Training in Government Orgs' — UNDP Global Report, 2023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noProof="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'AI for Skill Gap Analysis in Public Sector'   — Journal of E-Learning, 2024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noProof="0" dirty="0" b="0">
                <a:solidFill>
                  <a:srgbClr val="1E1E96"/>
                </a:solidFill>
                <a:latin typeface="Arial" pitchFamily="34" charset="0"/>
                <a:cs typeface="Arial" pitchFamily="34" charset="0"/>
              </a:rPr>
              <a:t>  'Personalized Learning Path Recommendation'    — ACM Digital Library, 2023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000" b="1"/>
              <a:t>Team SkillPilot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